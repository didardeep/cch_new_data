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7432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B0F0"/>
                </a:solidFill>
              </a:rPr>
              <a:t>Business Process (To-Be)  —  TeleResolve AI-Powered Complaint Handling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2881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BFBFBF"/>
                </a:solidFill>
              </a:rPr>
              <a:t>© 2026 KPMG Assurance and Consulting Services LLP an Indian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548640"/>
            <a:ext cx="11914632" cy="5870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566928"/>
            <a:ext cx="1005840" cy="1371600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66928"/>
            <a:ext cx="109087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1938528"/>
            <a:ext cx="1005840" cy="987552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Admin
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1938528"/>
            <a:ext cx="1090879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" y="2926080"/>
            <a:ext cx="1005840" cy="3493008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TeleResolve
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926080"/>
            <a:ext cx="10908792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1051560"/>
            <a:ext cx="658368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47088" y="1252728"/>
            <a:ext cx="16459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2011680" y="941832"/>
            <a:ext cx="960120" cy="621792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Existing
User?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8316" y="61264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491740" y="630936"/>
            <a:ext cx="0" cy="310896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91740" y="630936"/>
            <a:ext cx="875538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47120" y="630936"/>
            <a:ext cx="0" cy="420624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08376" y="112471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1252728"/>
            <a:ext cx="20116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72968" y="1051560"/>
            <a:ext cx="9601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Register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33088" y="1252728"/>
            <a:ext cx="16459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97680" y="1051560"/>
            <a:ext cx="109728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Create
Password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4960" y="1252728"/>
            <a:ext cx="16459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59552" y="1051560"/>
            <a:ext cx="109728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Generate
OTP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56832" y="1252728"/>
            <a:ext cx="408736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44200" y="1051560"/>
            <a:ext cx="914400" cy="402336"/>
          </a:xfrm>
          <a:prstGeom prst="roundRect">
            <a:avLst>
              <a:gd name="adj" fmla="val 9000"/>
            </a:avLst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31" name="Diamond 30"/>
          <p:cNvSpPr/>
          <p:nvPr/>
        </p:nvSpPr>
        <p:spPr>
          <a:xfrm>
            <a:off x="3172968" y="2112264"/>
            <a:ext cx="960120" cy="640080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Admin
Approval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3028" y="1453896"/>
            <a:ext cx="0" cy="658368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898648" y="234086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No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234440" y="2432304"/>
            <a:ext cx="193852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34440" y="2231136"/>
            <a:ext cx="868680" cy="402336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Reject &amp;
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9664" y="2340864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Yes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33088" y="2432304"/>
            <a:ext cx="706831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201400" y="1453896"/>
            <a:ext cx="0" cy="978408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01400" y="1453896"/>
            <a:ext cx="0" cy="1673352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307592" y="3127248"/>
            <a:ext cx="989380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07592" y="3127248"/>
            <a:ext cx="0" cy="237744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07592" y="3364992"/>
            <a:ext cx="18288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Submit
Complaint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36391" y="3566160"/>
            <a:ext cx="128017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264408" y="3364992"/>
            <a:ext cx="18288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 Active
Tickets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93208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221224" y="3364992"/>
            <a:ext cx="18288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Recent
Sessions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50024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78040" y="3364992"/>
            <a:ext cx="18288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 AI
Chat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06840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134856" y="3364992"/>
            <a:ext cx="18288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Upload
Evidence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963656" y="3566160"/>
            <a:ext cx="22860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192256" y="3566160"/>
            <a:ext cx="0" cy="114300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806440" y="4709160"/>
            <a:ext cx="53858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297680" y="4507992"/>
            <a:ext cx="15087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Select Issue
Category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06440" y="4709160"/>
            <a:ext cx="16459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971031" y="4507992"/>
            <a:ext cx="15087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
Dashboard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25412" y="4910328"/>
            <a:ext cx="0" cy="941832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2313432" y="5852160"/>
            <a:ext cx="441198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07592" y="3364992"/>
            <a:ext cx="0" cy="2487168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307592" y="5852160"/>
            <a:ext cx="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307592" y="5650992"/>
            <a:ext cx="914400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Start AI
Chat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221991" y="5852160"/>
            <a:ext cx="18288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404872" y="5650992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Run Network
Diagnosis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822191" y="5852160"/>
            <a:ext cx="18288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005072" y="5650992"/>
            <a:ext cx="13716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Live
Dashboard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376672" y="5852160"/>
            <a:ext cx="18288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559552" y="5650992"/>
            <a:ext cx="685800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